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1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9904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TRUTH ILLUMINT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98307"/>
            <a:ext cx="5822871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Fake News Detection System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58309" y="449330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credibility analysis with explainable insights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83730"/>
            <a:ext cx="13113782" cy="148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Name : Code crafters </a:t>
            </a:r>
            <a:endParaRPr lang="en-US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Teammates : Makinur Rahman , </a:t>
            </a:r>
            <a:r>
              <a:rPr lang="en-US" sz="1700" dirty="0" err="1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Rupam</a:t>
            </a:r>
            <a:r>
              <a:rPr lang="en-US" sz="17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Sur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: </a:t>
            </a:r>
            <a:r>
              <a:rPr lang="en-US" sz="1700" dirty="0" err="1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Axiora</a:t>
            </a:r>
            <a:endParaRPr lang="en-US" sz="17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799040"/>
            <a:ext cx="6094753" cy="32606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0886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554843"/>
            <a:ext cx="4226838" cy="3187898"/>
          </a:xfrm>
          <a:prstGeom prst="roundRect">
            <a:avLst>
              <a:gd name="adj" fmla="val 1019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4" y="2779038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504" y="36455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Exponential Spread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82504" y="4131707"/>
            <a:ext cx="377844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Fake news travels faster than verified information, reaching millions before fact-checkers can respond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01722" y="2554843"/>
            <a:ext cx="4226838" cy="3187898"/>
          </a:xfrm>
          <a:prstGeom prst="roundRect">
            <a:avLst>
              <a:gd name="adj" fmla="val 1019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916" y="2779038"/>
            <a:ext cx="649962" cy="6499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5916" y="36455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Verification Gap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25916" y="4131707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users lack tools to verify information quickly during breaking news events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9645134" y="2554843"/>
            <a:ext cx="4226957" cy="3187898"/>
          </a:xfrm>
          <a:prstGeom prst="roundRect">
            <a:avLst>
              <a:gd name="adj" fmla="val 1019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329" y="2779038"/>
            <a:ext cx="649962" cy="6499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9329" y="36455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Amplification Effect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9329" y="4131707"/>
            <a:ext cx="377856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algorithms prioritise engagement over accuracy, multiplying misinformation</a:t>
            </a:r>
            <a:endParaRPr lang="en-US" sz="1700" dirty="0"/>
          </a:p>
        </p:txBody>
      </p:sp>
      <p:sp>
        <p:nvSpPr>
          <p:cNvPr id="18" name="Text 10"/>
          <p:cNvSpPr/>
          <p:nvPr/>
        </p:nvSpPr>
        <p:spPr>
          <a:xfrm>
            <a:off x="1083231" y="6230183"/>
            <a:ext cx="127888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Gap: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Users need tools to understand </a:t>
            </a:r>
            <a:r>
              <a:rPr lang="en-US" sz="1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news is fake, not just a label</a:t>
            </a:r>
            <a:endParaRPr lang="en-US" sz="1700" dirty="0"/>
          </a:p>
        </p:txBody>
      </p:sp>
      <p:sp>
        <p:nvSpPr>
          <p:cNvPr id="19" name="Shape 11"/>
          <p:cNvSpPr/>
          <p:nvPr/>
        </p:nvSpPr>
        <p:spPr>
          <a:xfrm>
            <a:off x="758309" y="5986463"/>
            <a:ext cx="30480" cy="834152"/>
          </a:xfrm>
          <a:prstGeom prst="rect">
            <a:avLst/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6634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303978"/>
            <a:ext cx="4226838" cy="2367082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2303978"/>
            <a:ext cx="121920" cy="2367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804" y="25510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AI-Powered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6804" y="3037165"/>
            <a:ext cx="364128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Google Gemini's large language model for deep reasoning and contextual understanding of news content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2303978"/>
            <a:ext cx="4226838" cy="2367082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42" y="2303978"/>
            <a:ext cx="121920" cy="23670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40216" y="25510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Explainable Output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40216" y="3037165"/>
            <a:ext cx="364128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detailed reasoning, not just binary labels. Users understand specific indicators of credibility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2303978"/>
            <a:ext cx="4226957" cy="2367082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654" y="2303978"/>
            <a:ext cx="121920" cy="23670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3629" y="25510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Confidence Metrics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3629" y="3037165"/>
            <a:ext cx="364140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probability scores and evidence-based assessments to guide user judgment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309" y="4995982"/>
            <a:ext cx="13113782" cy="1967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 don't just detect fake news </a:t>
            </a:r>
            <a:r>
              <a:rPr lang="en-US" sz="6150" b="1" dirty="0" smtClean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 </a:t>
            </a:r>
            <a:r>
              <a:rPr lang="en-US" sz="615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 explain it.</a:t>
            </a:r>
            <a:endParaRPr lang="en-US" sz="6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6014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TruthLens Works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35" y="2306122"/>
            <a:ext cx="12693729" cy="47632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24702" y="5903187"/>
            <a:ext cx="1914572" cy="38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 UI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8811817" y="5709147"/>
            <a:ext cx="1914572" cy="77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JSON Response</a:t>
            </a:r>
            <a:endParaRPr lang="en-US" sz="2400" dirty="0"/>
          </a:p>
        </p:txBody>
      </p:sp>
      <p:sp>
        <p:nvSpPr>
          <p:cNvPr id="9" name="Text 3"/>
          <p:cNvSpPr/>
          <p:nvPr/>
        </p:nvSpPr>
        <p:spPr>
          <a:xfrm>
            <a:off x="6412047" y="5903187"/>
            <a:ext cx="1914572" cy="38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Gemini AI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4012276" y="5709147"/>
            <a:ext cx="1914572" cy="77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Flask Backend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1560051" y="5903187"/>
            <a:ext cx="1914571" cy="38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Input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4746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570673" y="27934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0673" y="3279577"/>
            <a:ext cx="560915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HTML5 for structure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CSS3 for styling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for interactivity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262938" y="27934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62938" y="3279577"/>
            <a:ext cx="560915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</a:t>
            </a:r>
            <a:r>
              <a:rPr lang="en-US" sz="1700" dirty="0" smtClean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 err="1" smtClean="0">
                <a:solidFill>
                  <a:srgbClr val="384653"/>
                </a:solidFill>
                <a:latin typeface="Montserrat" pitchFamily="34" charset="0"/>
              </a:rPr>
              <a:t>Google.generativeAI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570673" y="4904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Engine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70673" y="5390555"/>
            <a:ext cx="560915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API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reasoning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Contextual analysis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262938" y="4904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62938" y="5390555"/>
            <a:ext cx="560915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dotenv for credentials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sanitisation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rate limiting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733" y="649367"/>
            <a:ext cx="5449253" cy="68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24733" y="1726287"/>
            <a:ext cx="465892" cy="465892"/>
          </a:xfrm>
          <a:prstGeom prst="roundRect">
            <a:avLst>
              <a:gd name="adj" fmla="val 6667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8507" y="1797368"/>
            <a:ext cx="272462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Binary Verdict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88507" y="2256592"/>
            <a:ext cx="125171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Fake/Real classification with colour-coded indicators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4733" y="2976205"/>
            <a:ext cx="465892" cy="465892"/>
          </a:xfrm>
          <a:prstGeom prst="roundRect">
            <a:avLst>
              <a:gd name="adj" fmla="val 6667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8507" y="3047286"/>
            <a:ext cx="272462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Confidence Score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88507" y="3506510"/>
            <a:ext cx="125171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Percentage-based probability showing analysis certainty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4733" y="4226123"/>
            <a:ext cx="465892" cy="465892"/>
          </a:xfrm>
          <a:prstGeom prst="roundRect">
            <a:avLst>
              <a:gd name="adj" fmla="val 6667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8507" y="4297204"/>
            <a:ext cx="272462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Reasoning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88507" y="4756428"/>
            <a:ext cx="125171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explanation highlighting specific concerns and evidence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733" y="5476042"/>
            <a:ext cx="465892" cy="465892"/>
          </a:xfrm>
          <a:prstGeom prst="roundRect">
            <a:avLst>
              <a:gd name="adj" fmla="val 6667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8507" y="5547122"/>
            <a:ext cx="272462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Bias Detection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88507" y="6006346"/>
            <a:ext cx="125171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potential slant, emotional language, or one-sided framing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4733" y="6725960"/>
            <a:ext cx="465892" cy="465892"/>
          </a:xfrm>
          <a:prstGeom prst="roundRect">
            <a:avLst>
              <a:gd name="adj" fmla="val 6667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8507" y="6797040"/>
            <a:ext cx="272462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Factual Summary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88507" y="7256264"/>
            <a:ext cx="1251716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Concise fact-check overview with key verification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208" y="790218"/>
            <a:ext cx="5340548" cy="667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Interface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0208" y="1932861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Design Philosophy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0208" y="2456617"/>
            <a:ext cx="6357461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intuitive interface prioritising clarity over complexity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10208" y="2942034"/>
            <a:ext cx="6357461" cy="1457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Minimalist colour scheme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layout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design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loading times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70351" y="1932861"/>
            <a:ext cx="2670215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Experience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70351" y="2456617"/>
            <a:ext cx="6357461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display within seconds of submission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70351" y="2942034"/>
            <a:ext cx="6357461" cy="1457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confidence updates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 indicators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handling</a:t>
            </a:r>
            <a:endParaRPr lang="en-US" sz="15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Mobile-friendly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1741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Live Demo Output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363391"/>
            <a:ext cx="6877402" cy="1493282"/>
          </a:xfrm>
          <a:prstGeom prst="roundRect">
            <a:avLst>
              <a:gd name="adj" fmla="val 21764"/>
            </a:avLst>
          </a:prstGeom>
          <a:solidFill>
            <a:srgbClr val="BEDF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84" y="2674144"/>
            <a:ext cx="356235" cy="2850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7693" y="263402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Sample Input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47693" y="3206829"/>
            <a:ext cx="1210782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“India has won the cricket world cup match this year”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4100393"/>
            <a:ext cx="4226838" cy="2321362"/>
          </a:xfrm>
          <a:prstGeom prst="roundRect">
            <a:avLst>
              <a:gd name="adj" fmla="val 14000"/>
            </a:avLst>
          </a:prstGeom>
          <a:solidFill>
            <a:srgbClr val="75BAE6"/>
          </a:solidFill>
          <a:ln w="7620">
            <a:solidFill>
              <a:srgbClr val="5BA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2504" y="43245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Verdict: </a:t>
            </a:r>
            <a:r>
              <a:rPr lang="en-US" sz="2200" b="1" dirty="0" smtClean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Fake News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2504" y="4810720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1722" y="4100393"/>
            <a:ext cx="4226838" cy="2321362"/>
          </a:xfrm>
          <a:prstGeom prst="roundRect">
            <a:avLst>
              <a:gd name="adj" fmla="val 14000"/>
            </a:avLst>
          </a:prstGeom>
          <a:solidFill>
            <a:srgbClr val="75BAE6"/>
          </a:solidFill>
          <a:ln w="7620">
            <a:solidFill>
              <a:srgbClr val="5BA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5916" y="43245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Indicators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25916" y="4810720"/>
            <a:ext cx="3778448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credible sources cited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Conspiracy theory pattern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Contradicts established science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645134" y="4100393"/>
            <a:ext cx="4226957" cy="2321362"/>
          </a:xfrm>
          <a:prstGeom prst="roundRect">
            <a:avLst>
              <a:gd name="adj" fmla="val 14000"/>
            </a:avLst>
          </a:prstGeom>
          <a:solidFill>
            <a:srgbClr val="75BAE6"/>
          </a:solidFill>
          <a:ln w="7620">
            <a:solidFill>
              <a:srgbClr val="5BA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69329" y="43245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Evidence Summary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869329" y="4810720"/>
            <a:ext cx="377856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8309" y="666547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provides detailed reasoning about source credibility, logical fallacies, and factual inconsistencies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851576" y="4899342"/>
            <a:ext cx="3778448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  <a:buSzPct val="100000"/>
            </a:pPr>
            <a:r>
              <a:rPr lang="en-US" sz="1700" dirty="0" smtClean="0"/>
              <a:t>                  Neutral Confidence</a:t>
            </a:r>
            <a:endParaRPr lang="en-US" sz="1700" dirty="0"/>
          </a:p>
        </p:txBody>
      </p:sp>
      <p:sp>
        <p:nvSpPr>
          <p:cNvPr id="19" name="TextBox 18"/>
          <p:cNvSpPr txBox="1"/>
          <p:nvPr/>
        </p:nvSpPr>
        <p:spPr>
          <a:xfrm>
            <a:off x="9811947" y="4743122"/>
            <a:ext cx="3893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Cricket World </a:t>
            </a:r>
            <a:r>
              <a:rPr lang="en-US" dirty="0" smtClean="0"/>
              <a:t>cup is not held annually. The last Cricket World Cup was in 2023, and </a:t>
            </a:r>
            <a:r>
              <a:rPr lang="en-US" dirty="0"/>
              <a:t>I</a:t>
            </a:r>
            <a:r>
              <a:rPr lang="en-US" dirty="0" smtClean="0"/>
              <a:t>ndia was the runner up ……….</a:t>
            </a:r>
            <a:endParaRPr lang="en-IN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629" y="1013200"/>
            <a:ext cx="5240655" cy="2730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657" y="1129189"/>
            <a:ext cx="4938236" cy="514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Limitations &amp; Future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38657" y="1925122"/>
            <a:ext cx="246792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Current Constraints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57" y="2443401"/>
            <a:ext cx="78105" cy="781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9514" y="2360414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 Boundaries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9514" y="2730103"/>
            <a:ext cx="5294948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models have inherent error rates and may produce false positives/negatives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57" y="3469124"/>
            <a:ext cx="78105" cy="78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9514" y="3386138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Live Verification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29514" y="3755827"/>
            <a:ext cx="5294948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Cannot access real-time databases or perform external fact-checking during analysis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57" y="4494848"/>
            <a:ext cx="78105" cy="781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9514" y="4411861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Quality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829514" y="4781550"/>
            <a:ext cx="529494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depend on text completeness and clarity provided by users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638657" y="5123617"/>
            <a:ext cx="5485805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TruthLens is designed as an assistive tool, not absolute truth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513320" y="1925122"/>
            <a:ext cx="246792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</a:t>
            </a:r>
            <a:endParaRPr lang="en-US" sz="1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320" y="2603183"/>
            <a:ext cx="5485805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13320" y="2727008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APIs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513320" y="3096697"/>
            <a:ext cx="5485805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live fact-checking databases and news verification services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320" y="3769043"/>
            <a:ext cx="5485805" cy="228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513320" y="3908465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7513320" y="4278154"/>
            <a:ext cx="5485805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manipulated images and deepfakes alongside text content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320" y="4934903"/>
            <a:ext cx="5485805" cy="2286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513320" y="5089922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Trends Dashboard</a:t>
            </a:r>
            <a:endParaRPr lang="en-US" sz="1600" dirty="0"/>
          </a:p>
        </p:txBody>
      </p:sp>
      <p:sp>
        <p:nvSpPr>
          <p:cNvPr id="26" name="Text 15"/>
          <p:cNvSpPr/>
          <p:nvPr/>
        </p:nvSpPr>
        <p:spPr>
          <a:xfrm>
            <a:off x="7513320" y="5459611"/>
            <a:ext cx="5485805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misinformation patterns across regions and topics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320" y="6100763"/>
            <a:ext cx="5485805" cy="2286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513320" y="6271379"/>
            <a:ext cx="2056686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30" name="Text 17"/>
          <p:cNvSpPr/>
          <p:nvPr/>
        </p:nvSpPr>
        <p:spPr>
          <a:xfrm>
            <a:off x="7513320" y="6641068"/>
            <a:ext cx="5485805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beyond English to detect fake news in regional languages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57" y="5635014"/>
            <a:ext cx="4408941" cy="2066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1484" y="1665684"/>
            <a:ext cx="3319462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Impact &amp; Closing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41484" y="2190750"/>
            <a:ext cx="4093845" cy="1130141"/>
          </a:xfrm>
          <a:prstGeom prst="roundRect">
            <a:avLst>
              <a:gd name="adj" fmla="val 1674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91" y="2324457"/>
            <a:ext cx="378381" cy="37838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5191" y="2776180"/>
            <a:ext cx="1659731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Empowers Users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575191" y="3027640"/>
            <a:ext cx="382643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Equips individuals to identify misinformation before sharing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4608671" y="2190750"/>
            <a:ext cx="4093845" cy="1130141"/>
          </a:xfrm>
          <a:prstGeom prst="roundRect">
            <a:avLst>
              <a:gd name="adj" fmla="val 1674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378" y="2324457"/>
            <a:ext cx="378381" cy="37838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42378" y="2776180"/>
            <a:ext cx="1659731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Promotes Awareness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4742378" y="3027640"/>
            <a:ext cx="382643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critical thinking and digital literacy skills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441484" y="3394234"/>
            <a:ext cx="8261033" cy="1130141"/>
          </a:xfrm>
          <a:prstGeom prst="roundRect">
            <a:avLst>
              <a:gd name="adj" fmla="val 1674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91" y="3527941"/>
            <a:ext cx="378381" cy="37838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75191" y="3979664"/>
            <a:ext cx="1659731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Responsible Media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575191" y="4231124"/>
            <a:ext cx="7993618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informed media consumption and sharing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441484" y="4634508"/>
            <a:ext cx="8261033" cy="1659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20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 a world full of noise, TruthLens brings clarity.</a:t>
            </a:r>
            <a:endParaRPr lang="en-US" sz="5200" dirty="0"/>
          </a:p>
        </p:txBody>
      </p:sp>
      <p:sp>
        <p:nvSpPr>
          <p:cNvPr id="20" name="Text 11"/>
          <p:cNvSpPr/>
          <p:nvPr/>
        </p:nvSpPr>
        <p:spPr>
          <a:xfrm>
            <a:off x="441484" y="6404372"/>
            <a:ext cx="8261033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attention. We're ready to answer your questions.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517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Montserrat</vt:lpstr>
      <vt:lpstr>Calibri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6</cp:revision>
  <dcterms:created xsi:type="dcterms:W3CDTF">2026-03-18T14:54:49Z</dcterms:created>
  <dcterms:modified xsi:type="dcterms:W3CDTF">2026-03-18T15:40:56Z</dcterms:modified>
</cp:coreProperties>
</file>